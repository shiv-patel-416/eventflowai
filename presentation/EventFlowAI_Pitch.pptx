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</a:defRPr>
            </a:pPr>
            <a:r>
              <a:t>EventFlow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Traffic Intelligence &amp; Orchestration Platform</a:t>
            </a:r>
          </a:p>
          <a:p>
            <a:r>
              <a:t>Proactive, AI-driven urban mobility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  <a:latin typeface="Arial"/>
              </a:defRPr>
            </a:pPr>
            <a:r>
              <a:t>The Motive: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traffic management solutions are REACTIVE</a:t>
            </a:r>
          </a:p>
          <a:p>
            <a:pPr lvl="1"/>
            <a:r>
              <a:t>Political rallies, festivals, sports events, construction activities, and sudden VIP movements create localized traffic breakdowns.</a:t>
            </a:r>
          </a:p>
          <a:p>
            <a:pPr lvl="1"/>
            <a:r>
              <a:t>Police only respond to congestion AFTER it happens.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  <a:latin typeface="Arial"/>
              </a:defRPr>
            </a:pPr>
            <a:r>
              <a:t>The Solution: EventFlow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PROACTIVE full-stack intelligence platform</a:t>
            </a:r>
          </a:p>
          <a:p>
            <a:pPr lvl="1"/>
            <a:r>
              <a:t>Fuses Machine Learning with Operations Research</a:t>
            </a:r>
          </a:p>
          <a:p>
            <a:pPr lvl="1"/>
            <a:r>
              <a:t>Predicts traffic disruptions BEFORE they peak</a:t>
            </a:r>
          </a:p>
          <a:p>
            <a:pPr lvl="1"/>
            <a:r>
              <a:t>Automatically calculates congestion severity, duration, and the exact resource deployment plan (Police &amp; Barricades).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  <a:latin typeface="Arial"/>
              </a:defRPr>
            </a:pPr>
            <a:r>
              <a:t>Command Center / Overview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70857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646464"/>
                </a:solidFill>
              </a:defRPr>
            </a:pPr>
            <a:r>
              <a:t>Real-time tracking of active incidents with high-level KPIs for city managers.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  <a:latin typeface="Arial"/>
              </a:defRPr>
            </a:pPr>
            <a:r>
              <a:t>Geospatial Intel &amp; Route Diversion</a:t>
            </a:r>
          </a:p>
        </p:txBody>
      </p:sp>
      <p:pic>
        <p:nvPicPr>
          <p:cNvPr id="3" name="Picture 2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70857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646464"/>
                </a:solidFill>
              </a:defRPr>
            </a:pPr>
            <a:r>
              <a:t>A*/Dijkstra algorithms calculate fastest alternative routes around incidents to prevent cascade jams.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  <a:latin typeface="Arial"/>
              </a:defRPr>
            </a:pPr>
            <a:r>
              <a:t>AI Predictor (Impact Simulation)</a:t>
            </a:r>
          </a:p>
        </p:txBody>
      </p:sp>
      <p:pic>
        <p:nvPicPr>
          <p:cNvPr id="3" name="Picture 2" descr="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70857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646464"/>
                </a:solidFill>
              </a:defRPr>
            </a:pPr>
            <a:r>
              <a:t>XGBoost v3.0 calculates Severity Score, Est. Duration, and Resource Plan based on event parameters.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  <a:latin typeface="Arial"/>
              </a:defRPr>
            </a:pPr>
            <a:r>
              <a:t>Jurisdiction Leaderboard &amp; Analytics</a:t>
            </a:r>
          </a:p>
        </p:txBody>
      </p:sp>
      <p:pic>
        <p:nvPicPr>
          <p:cNvPr id="3" name="Picture 2" descr="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70857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646464"/>
                </a:solidFill>
              </a:defRPr>
            </a:pPr>
            <a:r>
              <a:t>Gamified tracking for Police Stations based on dynamic Efficiency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  <a:latin typeface="Arial"/>
              </a:defRPr>
            </a:pPr>
            <a:r>
              <a:t>Under The 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&amp; Dynamic</a:t>
            </a:r>
          </a:p>
          <a:p>
            <a:pPr lvl="1"/>
            <a:r>
              <a:t>Nothing is hard-coded. XGBoost v3.0 ML models trained on 8,173 real-world traffic records.</a:t>
            </a:r>
          </a:p>
          <a:p>
            <a:pPr lvl="1"/>
            <a:r>
              <a:t>Dynamic Efficiency Score = (Actual Resolution Time) / (AI Baseline Predicted Time)</a:t>
            </a:r>
          </a:p>
          <a:p>
            <a:pPr lvl="1"/>
            <a:r>
              <a:t>Location Variance: Predictions change purely based on geographical features (e.g. MG Road vs small side street).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  <a:latin typeface="Arial"/>
              </a:defRPr>
            </a:pPr>
            <a:r>
              <a:t>Team: techy Boys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Shiv Patel (Leader)</a:t>
            </a:r>
          </a:p>
          <a:p>
            <a:r>
              <a:t>Saahil Saitwal</a:t>
            </a:r>
          </a:p>
          <a:p>
            <a:r>
              <a:t>Ronak Rathod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6B6D4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EventFlow AI - Redefining Urban Mobility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